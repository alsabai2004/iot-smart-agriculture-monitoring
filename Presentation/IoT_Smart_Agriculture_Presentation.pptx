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Smart Agriculture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IoT Final Project - Virtual Sensors, MQTT, Gateway Processing, and Real-Time Alerts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835640" cy="4160520"/>
          </a:xfrm>
          <a:prstGeom prst="roundRect">
            <a:avLst/>
          </a:prstGeom>
          <a:solidFill>
            <a:srgbClr val="EAF2F8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5840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4E79"/>
                </a:solidFill>
              </a:defRPr>
            </a:pPr>
            <a:r>
              <a:t>A complete virtual IoT pipeline designed to satisfy the final-project requirements.</a:t>
            </a:r>
          </a:p>
          <a:p>
            <a:pPr algn="ctr">
              <a:defRPr sz="2200">
                <a:solidFill>
                  <a:srgbClr val="293241"/>
                </a:solidFill>
              </a:defRPr>
            </a:pPr>
            <a:r>
              <a:t>Sensors -&gt; Publisher -&gt; MQTT Broker -&gt; Gateway -&gt; Subscriber</a:t>
            </a:r>
          </a:p>
          <a:p>
            <a:pPr algn="ctr">
              <a:defRPr sz="1500">
                <a:solidFill>
                  <a:srgbClr val="5F5F5F"/>
                </a:solidFill>
              </a:defRPr>
            </a:pPr>
            <a:r>
              <a:t>Group X | Editable deck | Replace placeholders before final submission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43400"/>
            <a:ext cx="2011680" cy="4572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379976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Temperature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4343400"/>
            <a:ext cx="2011680" cy="45720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4379976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Humidity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343400"/>
            <a:ext cx="2011680" cy="4572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379976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MQTT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4343400"/>
            <a:ext cx="201168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4379976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Alerts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</a:defRPr>
            </a:pPr>
            <a:r>
              <a:t>CAI26442 | Smart Agriculture Monitoring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Project Requirements Covered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Mapping the assignment checklist to the implemented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123444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63039"/>
            <a:ext cx="31455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Sensors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56231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93241"/>
                </a:solidFill>
              </a:defRPr>
            </a:pPr>
            <a:r>
              <a:t>Temperature + Humidity virtual sensor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325880"/>
            <a:ext cx="3474720" cy="123444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5424" y="1463039"/>
            <a:ext cx="31455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JSON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1856231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93241"/>
                </a:solidFill>
              </a:defRPr>
            </a:pPr>
            <a:r>
              <a:t>device_id, two readings, status, timestamps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325880"/>
            <a:ext cx="3474720" cy="123444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5" y="1463039"/>
            <a:ext cx="31455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MQTT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5" y="1856231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93241"/>
                </a:solidFill>
              </a:defRPr>
            </a:pPr>
            <a:r>
              <a:t>Public broker + unique raw/processed topics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80360"/>
            <a:ext cx="3474720" cy="123444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017520"/>
            <a:ext cx="31455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410712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93241"/>
                </a:solidFill>
              </a:defRPr>
            </a:pPr>
            <a:r>
              <a:t>Validation, enrichment, and alert logic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2880360"/>
            <a:ext cx="3474720" cy="123444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3017520"/>
            <a:ext cx="31455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Subscriber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3410712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93241"/>
                </a:solidFill>
              </a:defRPr>
            </a:pPr>
            <a:r>
              <a:t>Real-time terminal monitoring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2880360"/>
            <a:ext cx="3474720" cy="123444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5" y="3017520"/>
            <a:ext cx="31455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Deliverables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3410712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93241"/>
                </a:solidFill>
              </a:defRPr>
            </a:pPr>
            <a:r>
              <a:t>Report PDF/DOCX, code, screenshots, PPTX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</a:defRPr>
            </a:pPr>
            <a:r>
              <a:t>CAI26442 | Smart Agriculture Monitoring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Required pipeline implemented exactly as specified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64240" cy="339830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</a:defRPr>
            </a:pPr>
            <a:r>
              <a:t>CAI26442 | Smart Agriculture Monitoring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Data Model and MQTT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What is sent, where it flows, and why it is valid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669280" cy="4526280"/>
          </a:xfrm>
          <a:prstGeom prst="roundRect">
            <a:avLst/>
          </a:prstGeom>
          <a:solidFill>
            <a:srgbClr val="F7F9FB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5166360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93241"/>
                </a:solidFill>
                <a:latin typeface="Consolas"/>
              </a:defRPr>
            </a:pPr>
            <a:r>
              <a:t>{</a:t>
            </a:r>
            <a:br/>
            <a:r>
              <a:t>  "device_id": "groupX_agri_node_01",</a:t>
            </a:r>
            <a:br/>
            <a:r>
              <a:t>  "temperature": 33.2,</a:t>
            </a:r>
            <a:br/>
            <a:r>
              <a:t>  "humidity": 63,</a:t>
            </a:r>
            <a:br/>
            <a:r>
              <a:t>  "status": "RAW"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60520"/>
            <a:ext cx="4526280" cy="438912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97096"/>
            <a:ext cx="4526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Publisher payload: valid 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417320"/>
            <a:ext cx="5074920" cy="100584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2552" y="1554480"/>
            <a:ext cx="47457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Raw Topic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2552" y="1947672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93241"/>
                </a:solidFill>
              </a:defRPr>
            </a:pPr>
            <a:r>
              <a:t>iot/project/groupX/agriculture/raw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2697480"/>
            <a:ext cx="5074920" cy="100584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2834640"/>
            <a:ext cx="47457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Processed Topic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3227832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93241"/>
                </a:solidFill>
              </a:defRPr>
            </a:pPr>
            <a:r>
              <a:t>iot/project/groupX/agriculture/processed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977639"/>
            <a:ext cx="5074920" cy="123444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4114800"/>
            <a:ext cx="47457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Gateway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4507992"/>
            <a:ext cx="4745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93241"/>
                </a:solidFill>
              </a:defRPr>
            </a:pPr>
            <a:r>
              <a:t>Timestamp + status + alert_reason + gateway_id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</a:defRPr>
            </a:pPr>
            <a:r>
              <a:t>CAI26442 | Smart Agriculture Monitoring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Gateway Processing and Decision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Validation first, alert classification second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246120" cy="105156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463039"/>
            <a:ext cx="29169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856231"/>
            <a:ext cx="29169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93241"/>
                </a:solidFill>
              </a:defRPr>
            </a:pPr>
            <a:r>
              <a:t>Required fields + numeric types + humidity range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3246120" cy="105156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743200"/>
            <a:ext cx="29169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Enrichment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29169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93241"/>
                </a:solidFill>
              </a:defRPr>
            </a:pPr>
            <a:r>
              <a:t>UTC timestamp + gateway identifier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886200"/>
            <a:ext cx="3246120" cy="105156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023360"/>
            <a:ext cx="29169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Publish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416552"/>
            <a:ext cx="29169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93241"/>
                </a:solidFill>
              </a:defRPr>
            </a:pPr>
            <a:r>
              <a:t>Processed JSON to subscriber topic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444752"/>
            <a:ext cx="6309360" cy="438912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481328"/>
            <a:ext cx="6309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Alert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011680"/>
            <a:ext cx="4709160" cy="713232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2148840"/>
            <a:ext cx="43799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Rule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2542032"/>
            <a:ext cx="4379976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93241"/>
                </a:solidFill>
              </a:defRPr>
            </a:pPr>
            <a:r>
              <a:t>temperature &gt;= 32 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2121408"/>
            <a:ext cx="1417320" cy="38404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2157984"/>
            <a:ext cx="1417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ALERT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2807208"/>
            <a:ext cx="4709160" cy="713232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2944368"/>
            <a:ext cx="43799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Rule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3337560"/>
            <a:ext cx="4379976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93241"/>
                </a:solidFill>
              </a:defRPr>
            </a:pPr>
            <a:r>
              <a:t>humidity &gt;= 80%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2916936"/>
            <a:ext cx="1417320" cy="38404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2953512"/>
            <a:ext cx="1417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ALERT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602736"/>
            <a:ext cx="4709160" cy="713232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3739896"/>
            <a:ext cx="43799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Rule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4133088"/>
            <a:ext cx="4379976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93241"/>
                </a:solidFill>
              </a:defRPr>
            </a:pPr>
            <a:r>
              <a:t>temperature &gt;= 29 C OR humidity &lt;= 35%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3712464"/>
            <a:ext cx="1417320" cy="38404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4040" y="3749040"/>
            <a:ext cx="1417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WARNING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4398264"/>
            <a:ext cx="4709160" cy="713232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6592" y="4535424"/>
            <a:ext cx="43799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Default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6592" y="4928616"/>
            <a:ext cx="4379976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93241"/>
                </a:solidFill>
              </a:defRPr>
            </a:pPr>
            <a:r>
              <a:t>No threshold triggered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64040" y="4507992"/>
            <a:ext cx="1417320" cy="384048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64040" y="4544568"/>
            <a:ext cx="1417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NORMAL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</a:defRPr>
            </a:pPr>
            <a:r>
              <a:t>CAI26442 | Smart Agriculture Monitoring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Runtime Evidence: Publisher and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Screenshots included in the package and replaceable with live-run captures</a:t>
            </a:r>
          </a:p>
        </p:txBody>
      </p:sp>
      <p:pic>
        <p:nvPicPr>
          <p:cNvPr id="4" name="Picture 3" descr="01_publisher_running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53312"/>
            <a:ext cx="5440680" cy="2974238"/>
          </a:xfrm>
          <a:prstGeom prst="rect">
            <a:avLst/>
          </a:prstGeom>
        </p:spPr>
      </p:pic>
      <p:pic>
        <p:nvPicPr>
          <p:cNvPr id="5" name="Picture 4" descr="02_gateway_mqtt_messages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353312"/>
            <a:ext cx="5440680" cy="29742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600200" y="5440680"/>
            <a:ext cx="3246120" cy="384048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5477256"/>
            <a:ext cx="3246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Publisher: JSON every 2-3 sec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5440680"/>
            <a:ext cx="3246120" cy="38404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5477256"/>
            <a:ext cx="3246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Gateway: validation + 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</a:defRPr>
            </a:pPr>
            <a:r>
              <a:t>CAI26442 | Smart Agriculture Monitoring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Runtime Evidence: Subscriber and Alert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Real-time monitoring output and threshold trigger</a:t>
            </a:r>
          </a:p>
        </p:txBody>
      </p:sp>
      <p:pic>
        <p:nvPicPr>
          <p:cNvPr id="4" name="Picture 3" descr="03_subscriber_output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53312"/>
            <a:ext cx="5440680" cy="2974238"/>
          </a:xfrm>
          <a:prstGeom prst="rect">
            <a:avLst/>
          </a:prstGeom>
        </p:spPr>
      </p:pic>
      <p:pic>
        <p:nvPicPr>
          <p:cNvPr id="5" name="Picture 4" descr="04_alert_condition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353312"/>
            <a:ext cx="5440680" cy="29742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664208" y="5440680"/>
            <a:ext cx="2971800" cy="384048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64208" y="5477256"/>
            <a:ext cx="2971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Subscriber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5440680"/>
            <a:ext cx="3246120" cy="38404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5477256"/>
            <a:ext cx="3246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Alert condition 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</a:defRPr>
            </a:pPr>
            <a:r>
              <a:t>CAI26442 | Smart Agriculture Monitoring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Conclusion and Demonstration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A 5-10 minute presentation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667512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93241"/>
                </a:solidFill>
              </a:defRPr>
            </a:pPr>
            <a:r>
              <a:t>• The project meets the required virtual IoT architecture.</a:t>
            </a:r>
          </a:p>
          <a:p>
            <a:pPr>
              <a:spcAft>
                <a:spcPts val="800"/>
              </a:spcAft>
              <a:defRPr sz="2000">
                <a:solidFill>
                  <a:srgbClr val="293241"/>
                </a:solidFill>
              </a:defRPr>
            </a:pPr>
            <a:r>
              <a:t>• Two sensors, JSON modeling, MQTT publish/subscribe, gateway processing, and alerts are implemented.</a:t>
            </a:r>
          </a:p>
          <a:p>
            <a:pPr>
              <a:spcAft>
                <a:spcPts val="800"/>
              </a:spcAft>
              <a:defRPr sz="2000">
                <a:solidFill>
                  <a:srgbClr val="293241"/>
                </a:solidFill>
              </a:defRPr>
            </a:pPr>
            <a:r>
              <a:t>• The live demo can be shown in three terminal windows: gateway, subscriber, publisher.</a:t>
            </a:r>
          </a:p>
          <a:p>
            <a:pPr>
              <a:spcAft>
                <a:spcPts val="800"/>
              </a:spcAft>
              <a:defRPr sz="2000">
                <a:solidFill>
                  <a:srgbClr val="293241"/>
                </a:solidFill>
              </a:defRPr>
            </a:pPr>
            <a:r>
              <a:t>• Replace GroupX and member placeholders before submission.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679" y="1508760"/>
            <a:ext cx="3520440" cy="96012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1271" y="1645919"/>
            <a:ext cx="31912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1.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91271" y="2039112"/>
            <a:ext cx="3191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93241"/>
                </a:solidFill>
              </a:defRPr>
            </a:pPr>
            <a:r>
              <a:t>Start processing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697480"/>
            <a:ext cx="3520440" cy="96012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91271" y="2834640"/>
            <a:ext cx="31912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2. Subscriber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1" y="3227832"/>
            <a:ext cx="3191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93241"/>
                </a:solidFill>
              </a:defRPr>
            </a:pPr>
            <a:r>
              <a:t>Start monitoring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886200"/>
            <a:ext cx="3520440" cy="96012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91271" y="4023360"/>
            <a:ext cx="31912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3. Publisher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1" y="4416552"/>
            <a:ext cx="3191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93241"/>
                </a:solidFill>
              </a:defRPr>
            </a:pPr>
            <a:r>
              <a:t>Generate readings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5138928"/>
            <a:ext cx="3337560" cy="5029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5175504"/>
            <a:ext cx="333756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Ready for demonstration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5F5F"/>
                </a:solidFill>
              </a:defRPr>
            </a:pPr>
            <a:r>
              <a:t>CAI26442 | Smart Agriculture Monitoring | Slide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